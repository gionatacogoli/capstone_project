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Road Accidents Analysis — 2001 to 2024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1463040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554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810512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road traffic management company needs to identify Italian municipalities with the highest concentration of road accidents to prioritize infrastructure investments.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971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227832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ISTAT data covers 7,500+ municipalities from 2001 to 2024 but is not immediately actionable — it requires cleaning, enrichment and analysis.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1417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Business Questions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46320" y="1874520"/>
            <a:ext cx="393192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92024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municipalities have the most accidents in absolute terms?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2587752"/>
            <a:ext cx="393192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83480" y="263347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Which are most dangerous relative to their population?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3300984"/>
            <a:ext cx="393192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334670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Which have the highest accident density per km²?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4014216"/>
            <a:ext cx="393192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405993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Where should the company invest next?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Gionata Cogoli  |  Capstone Project  |  08/07/2026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1E5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88136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88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11064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545336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ISTAT SDMX REST API + SITUAS API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retrieval 2001–2024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caching to avoid API rate limits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64408" y="960120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1E5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01568" y="1088136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01568" y="1088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58768" y="11064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01568" y="1545336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empty columns &amp; null values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data types (decimals, dates)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ISTAT + SITUAS datasets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17336" y="960120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1E5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54496" y="1088136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54496" y="1088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11696" y="11064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54496" y="1545336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analysis over time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municipalities by metric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 impact identified in 2020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926080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1E5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054096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0584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3511296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with k=3 (Elbow Method)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 | High Per Capita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Per Km²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64408" y="2926080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1E5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01568" y="3054096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01568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858768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Test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01568" y="3511296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ANOVA across 3 clusters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Tukey HSD post-hoc test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cluster segmentation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17336" y="2926080"/>
            <a:ext cx="26974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1E5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54496" y="3054096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54496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11696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54496" y="3511296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Regression: R²=0.87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MAPE=96% — COVID year excluded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2025–2027 accident forecasts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Gionata Cogoli  |  Capstone Project  |  08/07/2026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4160520" cy="1828800"/>
          </a:xfrm>
          <a:prstGeom prst="roundRect">
            <a:avLst>
              <a:gd name="adj" fmla="val 5000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0698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&amp; Processing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43560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Python  (pandas, numpy, requests, sklearn)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ISTAT SDMX REST API  —  road accident data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2219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SITUAS ISTAT API  —  population &amp; surface area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4160520" cy="1828800"/>
          </a:xfrm>
          <a:prstGeom prst="roundRect">
            <a:avLst>
              <a:gd name="adj" fmla="val 5000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0698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&amp; Machine Learning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0" y="143560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scikit-learn  —  K-Means, Linear Regression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18288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matplotlib, seaborn  —  EDA visualizations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2219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StandardScaler  —  feature normalization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2971800"/>
            <a:ext cx="4160520" cy="1828800"/>
          </a:xfrm>
          <a:prstGeom prst="roundRect">
            <a:avLst>
              <a:gd name="adj" fmla="val 5000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0815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Reporting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44728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Microsoft Power BI  —  4-page interactive dashboard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8404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DAX measures  —  per capita, per km² metrics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23367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Bubble map  —  municipality cluster visualization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2971800"/>
            <a:ext cx="4160520" cy="1828800"/>
          </a:xfrm>
          <a:prstGeom prst="roundRect">
            <a:avLst>
              <a:gd name="adj" fmla="val 5000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30815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344728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Git &amp; GitHub  —  full project versioning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38404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English commit messages throughout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423367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6 notebooks + config + Power BI file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Gionata Cogoli  |  Capstone Project  |  08/07/2026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Italian Road Accidents Analysis</dc:title>
  <dc:subject>PptxGenJS Presentation</dc:subject>
  <dc:creator>Gionata Cogoli</dc:creator>
  <cp:lastModifiedBy>Gionata Cogoli</cp:lastModifiedBy>
  <cp:revision>1</cp:revision>
  <dcterms:created xsi:type="dcterms:W3CDTF">2026-06-29T13:44:42Z</dcterms:created>
  <dcterms:modified xsi:type="dcterms:W3CDTF">2026-06-29T13:44:42Z</dcterms:modified>
</cp:coreProperties>
</file>