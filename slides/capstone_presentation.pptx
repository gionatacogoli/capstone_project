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2483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Road Accidents Analysis — 2001 to 2024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 traffic management company needs to identify Italian municipalities with the highest concentration of road accidents to prioritize infrastructure investments.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9436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22783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ISTAT data covers 7,500+ municipalities from 2001 to 2024 but is not immediately actionable — it requires cleaning, enrichment and analysis.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87452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municipalities have the most accidents in absolute terms?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587752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983480" y="26334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are most dangerous relative to their population?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300984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983480" y="33467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have the highest accident density per km²?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4014216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983480" y="40599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Where should the company invest next?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Gionata Cogoli  |  Capstone Project  |  08/07/2026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48640" y="108813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1064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4533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ISTAT SDMX REST API + SITUAS API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retrieval 2001–2024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caching to avoid API rate limits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96012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401568" y="108813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401568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58768" y="11064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154533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empty columns &amp; null values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 types (decimals, dates)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ISTAT + SITUAS datasets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96012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254496" y="108813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254496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11696" y="11064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54496" y="154533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over time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municipalities by metric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impact identified in 2020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9260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548640" y="3054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4864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0723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51129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with k=3 (Elbow Method)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| High Per Capita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 Km²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64408" y="29260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3401568" y="3054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3401568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58768" y="30723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01568" y="351129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 R²=0.87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MAPE=96% on filtered dataset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year excluded from training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17336" y="29260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6254496" y="30540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254496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11696" y="30723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54496" y="351129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2025–2027 accident forecasts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municipality, top at-risk cities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investment decisions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Gionata Cogoli  |  Capstone Project  |  08/07/2026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Processing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Python  (pandas, numpy, requests, sklearn)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ISTAT SDMX REST API  —  road accident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21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SITUAS ISTAT API  —  population &amp; surface area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029200" y="1069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Machine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435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scikit-learn  —  K-Means, Linear 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matplotlib, seaborn  —  EDA visualizations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221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StandardScaler  —  feature normalization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7180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94360" y="3081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447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Microsoft Power BI  —  4-page interactive 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840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DAX measures  —  per capita, per km² metrics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233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Bubble map  —  municipality cluster visualization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7180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029200" y="3081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47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Git &amp; GitHub  —  full project versioning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840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English commit messages throughout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233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6 notebooks + config + Power BI file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Gionata Cogoli  |  Capstone Project  |  08/07/2026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Office PowerPoint</Application>
  <PresentationFormat>Presentazione su schermo (16:9)</PresentationFormat>
  <Paragraphs>65</Paragraphs>
  <Slides>3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Italian Road Accidents Analysis</dc:title>
  <dc:subject>PptxGenJS Presentation</dc:subject>
  <dc:creator>Gionata Cogoli</dc:creator>
  <cp:lastModifiedBy>Gionata Cogoli</cp:lastModifiedBy>
  <cp:revision>1</cp:revision>
  <dcterms:created xsi:type="dcterms:W3CDTF">2026-06-29T13:18:53Z</dcterms:created>
  <dcterms:modified xsi:type="dcterms:W3CDTF">2026-06-29T13:19:28Z</dcterms:modified>
</cp:coreProperties>
</file>